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265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SoftSpace</a:t>
            </a:r>
            <a:r>
              <a:rPr dirty="0"/>
              <a:t> </a:t>
            </a:r>
            <a:br>
              <a:rPr lang="en-US" dirty="0"/>
            </a:br>
            <a:r>
              <a:rPr dirty="0"/>
              <a:t>Your Calm Corner in a Busy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709" y="3067512"/>
            <a:ext cx="8229600" cy="26522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Team Members:</a:t>
            </a:r>
            <a:r>
              <a:rPr lang="en-US" dirty="0"/>
              <a:t> </a:t>
            </a:r>
            <a:r>
              <a:rPr dirty="0"/>
              <a:t> Gayatri </a:t>
            </a:r>
            <a:r>
              <a:rPr dirty="0" err="1"/>
              <a:t>Badayalya</a:t>
            </a:r>
            <a:r>
              <a:rPr dirty="0"/>
              <a:t>,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                      </a:t>
            </a:r>
            <a:r>
              <a:rPr dirty="0"/>
              <a:t> </a:t>
            </a:r>
            <a:r>
              <a:rPr lang="en-US" dirty="0"/>
              <a:t>    </a:t>
            </a:r>
            <a:r>
              <a:rPr dirty="0" err="1"/>
              <a:t>Jhashi</a:t>
            </a:r>
            <a:r>
              <a:rPr dirty="0"/>
              <a:t> Jagtap,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</a:t>
            </a:r>
            <a:r>
              <a:rPr dirty="0"/>
              <a:t> Pratiksha Karle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Guided by: Prof. Sujata </a:t>
            </a:r>
            <a:r>
              <a:rPr dirty="0" err="1"/>
              <a:t>Kullur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9CA6A-45BF-94A3-CE8F-7F7C57E99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930" y="129763"/>
            <a:ext cx="2188140" cy="17310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665" y="180011"/>
            <a:ext cx="6150077" cy="643157"/>
          </a:xfrm>
        </p:spPr>
        <p:txBody>
          <a:bodyPr>
            <a:normAutofit/>
          </a:bodyPr>
          <a:lstStyle/>
          <a:p>
            <a:r>
              <a:rPr lang="en-US" sz="2800" dirty="0"/>
              <a:t>💡 </a:t>
            </a:r>
            <a:r>
              <a:rPr sz="2800" dirty="0"/>
              <a:t>Why Mental Health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736" y="592444"/>
            <a:ext cx="7054645" cy="41793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200" dirty="0"/>
              <a:t>1 in 4 people face mental health challenges in their lifetime.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Stress and anxiety affect productivity, relationships, and overall well-being.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Poor mental health can lead to burnout, isolation, and physical illness.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Supporting mental wellness improves focus, positivity, and resilience.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“Mental health is not a luxury, it’s a necessity.”</a:t>
            </a:r>
            <a:endParaRPr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9D49F-4767-8C18-6883-F1D1F2CF9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283" y="4063776"/>
            <a:ext cx="3913355" cy="2794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C92C3-C26D-F573-1636-69ECE47283E2}"/>
              </a:ext>
            </a:extLst>
          </p:cNvPr>
          <p:cNvSpPr txBox="1"/>
          <p:nvPr/>
        </p:nvSpPr>
        <p:spPr>
          <a:xfrm>
            <a:off x="520993" y="4753081"/>
            <a:ext cx="3637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 </a:t>
            </a:r>
            <a:r>
              <a:rPr lang="en-IN" sz="2000" b="1" dirty="0"/>
              <a:t>World Health Organization &amp; global reports 2023–24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⚠ Problem Statement </a:t>
            </a:r>
            <a:br>
              <a:rPr lang="en-US" sz="3600" dirty="0"/>
            </a:br>
            <a:br>
              <a:rPr lang="en-US" sz="3600" dirty="0"/>
            </a:b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Rising stress, anxiety, and burnout among students &amp; professionals.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High cost of therapy makes mental health support inaccessible.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Stigma and fear prevent people from seeking help.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Lack of simple, student-friendly, stigma-free wellness platforms.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329" y="249825"/>
            <a:ext cx="7005484" cy="778541"/>
          </a:xfrm>
        </p:spPr>
        <p:txBody>
          <a:bodyPr>
            <a:normAutofit/>
          </a:bodyPr>
          <a:lstStyle/>
          <a:p>
            <a:r>
              <a:rPr lang="en-IN" sz="3200" dirty="0"/>
              <a:t>🌿 Our Solution – </a:t>
            </a:r>
            <a:r>
              <a:rPr lang="en-IN" sz="3200" dirty="0" err="1"/>
              <a:t>SoftSpace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89703"/>
            <a:ext cx="8411497" cy="51815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A calm, easy-to-use digital platform for mental wellness.</a:t>
            </a:r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Combines self-care + awareness + support in one place.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Offers:</a:t>
            </a:r>
          </a:p>
          <a:p>
            <a:pPr marL="0" indent="0">
              <a:buNone/>
            </a:pPr>
            <a:r>
              <a:rPr lang="en-IN" sz="2000" dirty="0"/>
              <a:t>📝 Self-assessment quizzes</a:t>
            </a:r>
          </a:p>
          <a:p>
            <a:pPr marL="0" indent="0">
              <a:buNone/>
            </a:pPr>
            <a:r>
              <a:rPr lang="en-IN" sz="2000" dirty="0"/>
              <a:t>🧘 Guided mindful activities</a:t>
            </a:r>
          </a:p>
          <a:p>
            <a:pPr marL="0" indent="0">
              <a:buNone/>
            </a:pPr>
            <a:r>
              <a:rPr lang="en-IN" sz="2000" dirty="0"/>
              <a:t>🌸 Daily affirmations &amp; positivity boosts</a:t>
            </a:r>
          </a:p>
          <a:p>
            <a:pPr marL="0" indent="0">
              <a:buNone/>
            </a:pPr>
            <a:r>
              <a:rPr lang="en-IN" sz="2000" dirty="0"/>
              <a:t>🌞 Wellness tips for lifestyle balance</a:t>
            </a:r>
          </a:p>
          <a:p>
            <a:pPr marL="0" indent="0">
              <a:buNone/>
            </a:pPr>
            <a:r>
              <a:rPr lang="en-IN" sz="2000" dirty="0"/>
              <a:t>📞 Trusted helpline &amp; support resources</a:t>
            </a:r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Creates a safe, stigma-free space for students &amp; professionals.</a:t>
            </a:r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Designed to be affordable, simple, and beginner-friendly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🌟 Impact &amp; Value of </a:t>
            </a:r>
            <a:r>
              <a:rPr lang="en-US" sz="3600" dirty="0" err="1"/>
              <a:t>SoftSpaceSoft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Space helps people practice awareness, reflection, and positivity in daily life.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It provides a safe and supportive corner for students, professionals, and anyone in need.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Unlike costly or complex apps, it is affordable, beginner-friendly, and calming.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Its simple design and relatable features make mental wellness more accessible and stigma-free.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By bridging personal self-care and professional help, </a:t>
            </a:r>
            <a:r>
              <a:rPr lang="en-US" sz="2400" dirty="0" err="1"/>
              <a:t>SoftSpace</a:t>
            </a:r>
            <a:r>
              <a:rPr lang="en-US" sz="2400" dirty="0"/>
              <a:t> creates lasting impact.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Revenue Streams:</a:t>
            </a:r>
          </a:p>
          <a:p>
            <a:r>
              <a:t>• Therapy sessions 💬</a:t>
            </a:r>
          </a:p>
          <a:p>
            <a:r>
              <a:t>• Workshops &amp; webinars 🎤</a:t>
            </a:r>
          </a:p>
          <a:p>
            <a:r>
              <a:t>• Premium membership 🌟</a:t>
            </a:r>
          </a:p>
          <a:p>
            <a:r>
              <a:t>• Self-care kits 📂</a:t>
            </a:r>
          </a:p>
          <a:p>
            <a:endParaRPr/>
          </a:p>
          <a:p>
            <a:r>
              <a:t>Why SoftSpace?</a:t>
            </a:r>
          </a:p>
          <a:p>
            <a:r>
              <a:t>• Accessible, calming, designed for youth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 📱</a:t>
            </a:r>
          </a:p>
          <a:p>
            <a:r>
              <a:t>• AI-based wellness plans 🤖</a:t>
            </a:r>
          </a:p>
          <a:p>
            <a:r>
              <a:t>• Multi-language support 🌍</a:t>
            </a:r>
          </a:p>
          <a:p>
            <a:r>
              <a:t>• Partnerships with schools &amp; corporates 🎓🏢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Goal: Make wellness simple, calm, accessible</a:t>
            </a:r>
          </a:p>
          <a:p>
            <a:r>
              <a:t>• “SoftSpace isn’t just a website—it’s a supportive space for better living.”</a:t>
            </a:r>
          </a:p>
          <a:p>
            <a:endParaRPr/>
          </a:p>
          <a:p>
            <a:r>
              <a:t>Tagline +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391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SoftSpace  Your Calm Corner in a Busy World</vt:lpstr>
      <vt:lpstr>💡 Why Mental Health Matters</vt:lpstr>
      <vt:lpstr>  ⚠ Problem Statement   </vt:lpstr>
      <vt:lpstr>🌿 Our Solution – SoftSpace</vt:lpstr>
      <vt:lpstr>🌟 Impact &amp; Value of SoftSpaceSoft</vt:lpstr>
      <vt:lpstr>Business View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pratiksha</dc:creator>
  <cp:keywords/>
  <dc:description>generated using python-pptx</dc:description>
  <cp:lastModifiedBy>pratiksha4753@gmail.com</cp:lastModifiedBy>
  <cp:revision>2</cp:revision>
  <dcterms:created xsi:type="dcterms:W3CDTF">2013-01-27T09:14:16Z</dcterms:created>
  <dcterms:modified xsi:type="dcterms:W3CDTF">2025-09-15T17:40:22Z</dcterms:modified>
  <cp:category/>
</cp:coreProperties>
</file>